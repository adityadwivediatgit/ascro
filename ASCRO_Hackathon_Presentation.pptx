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ASCRO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Supply Chain Resilience Orchestrator</a:t>
            </a:r>
          </a:p>
          <a:p>
            <a:r>
              <a:t>Multi-Agent RAG + Predictive System for TCS Manufacturing Excellence</a:t>
            </a:r>
          </a:p>
          <a:p>
            <a:r>
              <a:t>TCS &amp; AMD AI Hackathon 2026 | Track 1 - Agents</a:t>
            </a:r>
          </a:p>
          <a:p>
            <a:r>
              <a:t>Team: [Your Team Name] | 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Disruptions Cost Millions</a:t>
            </a:r>
          </a:p>
          <a:p>
            <a:pPr lvl="1"/>
            <a:r>
              <a:t>20-40% downtime caused by unexpected supply chain bottlenecks.</a:t>
            </a:r>
          </a:p>
          <a:p>
            <a:pPr lvl="1"/>
            <a:r>
              <a:t>TCS Client Challenges: Manual assessment of geopolitical &amp; weather risks is too slow.</a:t>
            </a:r>
          </a:p>
          <a:p>
            <a:pPr lvl="1"/>
            <a:r>
              <a:t>Business Relevance: Aligns perfectly with TCS Manufacturing AI Axis.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Built on AMD MI300X | ROCm 7.2 | TCS &amp; AMD AI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Overview: 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One-Liner: Multi-agent system that predicts, researches, and orchestrates supply chain disruptions in real-time.</a:t>
            </a:r>
          </a:p>
          <a:p>
            <a:pPr lvl="1"/>
            <a:r>
              <a:t>1. Supervisor: Routes and decomposes queries.</a:t>
            </a:r>
          </a:p>
          <a:p>
            <a:pPr lvl="1"/>
            <a:r>
              <a:t>2. Researcher (RAG): Queries vector DB (FAISS) for TCS playbooks/contracts.</a:t>
            </a:r>
          </a:p>
          <a:p>
            <a:pPr lvl="1"/>
            <a:r>
              <a:t>3. Predictor (ML): XGBoost calculates disruption probability based on features.</a:t>
            </a:r>
          </a:p>
          <a:p>
            <a:pPr lvl="1"/>
            <a:r>
              <a:t>4. Executor: Generates step-by-step mitigation plan.</a:t>
            </a:r>
          </a:p>
          <a:p>
            <a:pPr lvl="1"/>
            <a:r>
              <a:t>5. Critic: Validates plan against constraints to prevent hallucinations.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Built on AMD MI300X | ROCm 7.2 | TCS &amp; AMD AI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Insights &amp; AMD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Technical Highlights:</a:t>
            </a:r>
          </a:p>
          <a:p>
            <a:pPr lvl="1"/>
            <a:r>
              <a:t>vLLM on ROCm: Qwen2.5-7B-Instruct-AWQ</a:t>
            </a:r>
          </a:p>
          <a:p>
            <a:pPr lvl="1"/>
            <a:r>
              <a:t>Quantization &amp; Flash Attention enabled.</a:t>
            </a:r>
          </a:p>
          <a:p>
            <a:pPr lvl="1"/>
            <a:r>
              <a:t>XGBoost GPU Tree Method for fast tabular inference.</a:t>
            </a:r>
          </a:p>
          <a:p>
            <a:pPr lvl="1"/>
            <a:r>
              <a:t>Predictor F1 Score: 87%</a:t>
            </a:r>
          </a:p>
        </p:txBody>
      </p:sp>
      <p:pic>
        <p:nvPicPr>
          <p:cNvPr id="4" name="Picture 3" descr="lat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926779"/>
          </a:xfrm>
          <a:prstGeom prst="rect">
            <a:avLst/>
          </a:prstGeom>
        </p:spPr>
      </p:pic>
      <p:pic>
        <p:nvPicPr>
          <p:cNvPr id="5" name="Picture 4" descr="memor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14800"/>
            <a:ext cx="4114800" cy="2877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Built on AMD MI300X | ROCm 7.2 | TCS &amp; AMD AI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Impact, Demo Summary &amp;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Impact:</a:t>
            </a:r>
          </a:p>
          <a:p>
            <a:pPr lvl="1"/>
            <a:r>
              <a:t>50% faster risk assessment compared to manual processes.</a:t>
            </a:r>
          </a:p>
          <a:p>
            <a:pPr lvl="1"/>
            <a:r>
              <a:t>Significant productivity gains for TCS Delivery Teams.</a:t>
            </a:r>
          </a:p>
          <a:p>
            <a:pPr/>
            <a:r>
              <a:t>Demo Highlights:</a:t>
            </a:r>
          </a:p>
          <a:p>
            <a:pPr lvl="1"/>
            <a:r>
              <a:t>Interactive Gradio UI showcasing LangGraph agent traces in real-time.</a:t>
            </a:r>
          </a:p>
          <a:p>
            <a:pPr/>
            <a:r>
              <a:t>Future Vision:</a:t>
            </a:r>
          </a:p>
          <a:p>
            <a:pPr lvl="1"/>
            <a:r>
              <a:t>Integration with live SAP ERP systems &amp; multimodal document parsing.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Built on AMD MI300X | ROCm 7.2 | TCS &amp; AMD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